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1446" y="4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8F588-E19E-FD5B-E963-D263DBBC1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4F713-0978-54EC-4801-0A64D301A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6EE92-228F-3AE9-8BF8-E40F5F9C4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5652-206A-48B6-A676-F49A6374574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6B989-EE8E-DF53-387E-9636E933D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D39F8-D01E-EFC6-59BF-D17C783AE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145A-9F23-43E7-831B-C08EF3EF3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93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87248-3413-64D7-17A7-B722DE813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B05DB-C4BF-BFAA-65DD-637C75EFF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4E46D-A622-3B86-1A86-D05CBA7E6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5652-206A-48B6-A676-F49A6374574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8F032-A54D-369E-45DB-D0F280FE5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A1621-416F-C809-481B-90C64C42D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145A-9F23-43E7-831B-C08EF3EF3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7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22768-042E-2698-8C48-EC5FB334D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B1D8C-E652-C256-121A-EFC110C91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53650-1AEF-80DC-D503-5B50C5264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5652-206A-48B6-A676-F49A6374574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00D35-C655-D270-CD74-5E21EEE6F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18F76-B0A1-8C38-C0EE-02692591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145A-9F23-43E7-831B-C08EF3EF3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7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70CB0-9AF3-8884-79C7-D397225F9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BBDF9-7327-3744-EF84-F2C55CB7B3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29498-E7E2-4F59-8E64-4AC62AE7E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D0E31-C14F-24DF-4AB5-53FE689AA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5652-206A-48B6-A676-F49A6374574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46D82-4F8E-1BDF-6E04-A2C73C60D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08CB3-E036-AA69-7602-23E1B7808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145A-9F23-43E7-831B-C08EF3EF3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674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7ACE5-6B88-708E-39D2-5DE76E1A9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29CE4-580E-6DC4-05D7-2E7D21826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ABA48-168F-E2C1-1B82-0E2140228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63207-ABBB-9448-D687-C8E4691CCE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ED7CBC-DD4C-7FB2-79BB-FD7F8E7F0D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8B99A7-6460-5EEF-0692-7B8D20F3A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5652-206A-48B6-A676-F49A6374574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1C979-FAD0-1AFF-9072-22A592C6F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2034E5-3775-9889-7827-251A45B7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145A-9F23-43E7-831B-C08EF3EF3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38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40A6D-6796-9B78-26D2-A0FB03847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0AE9B9-F271-CC65-2C12-036FFB965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5652-206A-48B6-A676-F49A6374574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006F59-D741-FCA7-22A0-CF602089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A19E1-599D-1A35-BBB5-1A23385DF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145A-9F23-43E7-831B-C08EF3EF3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1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14413-14B9-9D86-1B4C-D110CB31D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5652-206A-48B6-A676-F49A6374574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7514B5-1ECD-D5AB-692C-25F51B08C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D2C1E-A3DA-BF12-9371-BA112088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145A-9F23-43E7-831B-C08EF3EF3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54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4D15F-2A1D-689F-2523-1A71FB20B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94AA0-83F3-FB88-5DD8-5BD03AE16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86EA9-C40C-9A46-8561-B132275D1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298D6-E2D1-1961-8DBE-682C8CB58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5652-206A-48B6-A676-F49A6374574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369EF-0FC8-CDFF-8B37-E56B680F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CADB3-306D-4D33-717A-CF9A6CE1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145A-9F23-43E7-831B-C08EF3EF3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15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B58C6-F6FC-A537-CADE-76A9DACD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06C509-5D73-65A0-7071-69A6F1C74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852DC-46D0-1D62-C578-BC13A88C0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10819-B988-09BB-DDE0-49D461C84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5652-206A-48B6-A676-F49A6374574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60B63-9AD3-549D-F501-78673BA1F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0FE2C-5442-68A6-4103-86F9358B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145A-9F23-43E7-831B-C08EF3EF3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58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D40EA-EBB5-4149-F6C8-788FCAC77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FB04F7-DEA5-6919-0A5E-9FFAE2E95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BD600-FB13-D39B-757C-00D0BC2E0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5652-206A-48B6-A676-F49A6374574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DB97B-96B8-94A3-F6D7-87A21F77B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A01B4-BD37-23D8-65F6-68E1ECEB9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145A-9F23-43E7-831B-C08EF3EF3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07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5BF69-1E57-7D59-01A3-CC1F1F714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5FD50-DCE7-12FD-6239-C88D9F527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68032-B5BF-C4B8-4253-0F05273D5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5652-206A-48B6-A676-F49A6374574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D1E22-0F27-21FA-92BD-51DCEC2CA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6CFE3-BFAF-7CD0-AC4C-1050AA5A0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145A-9F23-43E7-831B-C08EF3EF3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2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E5506A-6CC6-1BF2-02AC-666C9A095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C9821-94F5-005A-9012-A1CD8A15E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EB2F9-AD4B-E300-8FB0-898617A3F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E5652-206A-48B6-A676-F49A6374574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14ED3-BAA2-1C4E-E8B6-EAE16C28FC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3AEE4-D4EE-052C-2347-BD20D196C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1145A-9F23-43E7-831B-C08EF3EF3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7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32CF0FA-4DAD-B139-A08B-6D7A24F7923C}"/>
              </a:ext>
            </a:extLst>
          </p:cNvPr>
          <p:cNvGrpSpPr/>
          <p:nvPr/>
        </p:nvGrpSpPr>
        <p:grpSpPr>
          <a:xfrm>
            <a:off x="1656188" y="1055702"/>
            <a:ext cx="8903863" cy="4431445"/>
            <a:chOff x="1656188" y="1055702"/>
            <a:chExt cx="8903863" cy="443144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51846BE-F17E-6DEB-DF0B-28E618059BA0}"/>
                </a:ext>
              </a:extLst>
            </p:cNvPr>
            <p:cNvSpPr/>
            <p:nvPr/>
          </p:nvSpPr>
          <p:spPr>
            <a:xfrm>
              <a:off x="2004989" y="2810107"/>
              <a:ext cx="434898" cy="423747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-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FE0DC0A-041C-2E12-F93E-2F0B07E4FC54}"/>
                </a:ext>
              </a:extLst>
            </p:cNvPr>
            <p:cNvSpPr/>
            <p:nvPr/>
          </p:nvSpPr>
          <p:spPr>
            <a:xfrm>
              <a:off x="3963466" y="4351943"/>
              <a:ext cx="434898" cy="423747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-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810ADA5-3FA2-F93A-3EAF-90CCA45902C6}"/>
                </a:ext>
              </a:extLst>
            </p:cNvPr>
            <p:cNvCxnSpPr>
              <a:stCxn id="4" idx="5"/>
              <a:endCxn id="5" idx="1"/>
            </p:cNvCxnSpPr>
            <p:nvPr/>
          </p:nvCxnSpPr>
          <p:spPr>
            <a:xfrm>
              <a:off x="2376198" y="3171798"/>
              <a:ext cx="1650957" cy="124220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8" name="Flowchart: Multidocument 7">
              <a:extLst>
                <a:ext uri="{FF2B5EF4-FFF2-40B4-BE49-F238E27FC236}">
                  <a16:creationId xmlns:a16="http://schemas.microsoft.com/office/drawing/2014/main" id="{0DD11D68-B0FD-5DFF-00B0-1795C629D34F}"/>
                </a:ext>
              </a:extLst>
            </p:cNvPr>
            <p:cNvSpPr/>
            <p:nvPr/>
          </p:nvSpPr>
          <p:spPr>
            <a:xfrm>
              <a:off x="2376198" y="3917795"/>
              <a:ext cx="779645" cy="423747"/>
            </a:xfrm>
            <a:prstGeom prst="flowChartMultidocumen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1DA6C21-0354-7914-A70B-84CE1BC5C370}"/>
                </a:ext>
              </a:extLst>
            </p:cNvPr>
            <p:cNvSpPr/>
            <p:nvPr/>
          </p:nvSpPr>
          <p:spPr>
            <a:xfrm>
              <a:off x="4814600" y="2810107"/>
              <a:ext cx="434898" cy="423747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-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824F488-0944-7003-3B59-EE59D264C637}"/>
                </a:ext>
              </a:extLst>
            </p:cNvPr>
            <p:cNvSpPr/>
            <p:nvPr/>
          </p:nvSpPr>
          <p:spPr>
            <a:xfrm>
              <a:off x="3472736" y="1390185"/>
              <a:ext cx="434898" cy="423747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85DFC9C-15FC-B9EB-8008-8AE45C45FD50}"/>
                </a:ext>
              </a:extLst>
            </p:cNvPr>
            <p:cNvCxnSpPr>
              <a:cxnSpLocks/>
              <a:stCxn id="10" idx="3"/>
              <a:endCxn id="4" idx="7"/>
            </p:cNvCxnSpPr>
            <p:nvPr/>
          </p:nvCxnSpPr>
          <p:spPr>
            <a:xfrm flipH="1">
              <a:off x="2376198" y="1751876"/>
              <a:ext cx="1160227" cy="112028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EB56EF4-602F-B9F4-B70C-3CF0FE5429ED}"/>
                </a:ext>
              </a:extLst>
            </p:cNvPr>
            <p:cNvCxnSpPr>
              <a:cxnSpLocks/>
              <a:stCxn id="9" idx="0"/>
              <a:endCxn id="10" idx="5"/>
            </p:cNvCxnSpPr>
            <p:nvPr/>
          </p:nvCxnSpPr>
          <p:spPr>
            <a:xfrm flipH="1" flipV="1">
              <a:off x="3843945" y="1751876"/>
              <a:ext cx="1188104" cy="105823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8" name="Flowchart: Multidocument 17">
              <a:extLst>
                <a:ext uri="{FF2B5EF4-FFF2-40B4-BE49-F238E27FC236}">
                  <a16:creationId xmlns:a16="http://schemas.microsoft.com/office/drawing/2014/main" id="{45D31D30-4B6A-3F31-314C-F1D077E68F39}"/>
                </a:ext>
              </a:extLst>
            </p:cNvPr>
            <p:cNvSpPr/>
            <p:nvPr/>
          </p:nvSpPr>
          <p:spPr>
            <a:xfrm>
              <a:off x="2324160" y="1801488"/>
              <a:ext cx="779645" cy="423747"/>
            </a:xfrm>
            <a:prstGeom prst="flowChartMultidocumen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-</a:t>
              </a:r>
            </a:p>
          </p:txBody>
        </p:sp>
        <p:sp>
          <p:nvSpPr>
            <p:cNvPr id="19" name="Flowchart: Multidocument 18">
              <a:extLst>
                <a:ext uri="{FF2B5EF4-FFF2-40B4-BE49-F238E27FC236}">
                  <a16:creationId xmlns:a16="http://schemas.microsoft.com/office/drawing/2014/main" id="{295E2BC3-30B5-66F0-3379-EFF696ABEBD2}"/>
                </a:ext>
              </a:extLst>
            </p:cNvPr>
            <p:cNvSpPr/>
            <p:nvPr/>
          </p:nvSpPr>
          <p:spPr>
            <a:xfrm>
              <a:off x="4559924" y="1857244"/>
              <a:ext cx="779645" cy="423747"/>
            </a:xfrm>
            <a:prstGeom prst="flowChartMultidocumen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74B9C33-C34C-8676-C8A9-FC2BEF4D4DA4}"/>
                </a:ext>
              </a:extLst>
            </p:cNvPr>
            <p:cNvSpPr txBox="1"/>
            <p:nvPr/>
          </p:nvSpPr>
          <p:spPr>
            <a:xfrm>
              <a:off x="3536425" y="1055702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2EF9BE1-4424-D49B-70AA-46E926E272A0}"/>
                </a:ext>
              </a:extLst>
            </p:cNvPr>
            <p:cNvSpPr txBox="1"/>
            <p:nvPr/>
          </p:nvSpPr>
          <p:spPr>
            <a:xfrm>
              <a:off x="1656188" y="2810107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301CC69-D2FD-CBE3-E51B-68D017588343}"/>
                </a:ext>
              </a:extLst>
            </p:cNvPr>
            <p:cNvSpPr txBox="1"/>
            <p:nvPr/>
          </p:nvSpPr>
          <p:spPr>
            <a:xfrm>
              <a:off x="4398364" y="4417069"/>
              <a:ext cx="211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FB84575-A32E-597F-D2F6-E3DD64C87E14}"/>
                </a:ext>
              </a:extLst>
            </p:cNvPr>
            <p:cNvSpPr txBox="1"/>
            <p:nvPr/>
          </p:nvSpPr>
          <p:spPr>
            <a:xfrm>
              <a:off x="5249498" y="2872163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24" name="Flowchart: Multidocument 23">
              <a:extLst>
                <a:ext uri="{FF2B5EF4-FFF2-40B4-BE49-F238E27FC236}">
                  <a16:creationId xmlns:a16="http://schemas.microsoft.com/office/drawing/2014/main" id="{C057C47D-214D-94FD-9B6E-1424A310F5A6}"/>
                </a:ext>
              </a:extLst>
            </p:cNvPr>
            <p:cNvSpPr/>
            <p:nvPr/>
          </p:nvSpPr>
          <p:spPr>
            <a:xfrm>
              <a:off x="6674938" y="1827506"/>
              <a:ext cx="779645" cy="423747"/>
            </a:xfrm>
            <a:prstGeom prst="flowChartMultidocumen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9F7910-82D9-08C7-6B36-C87ACD977AB0}"/>
                </a:ext>
              </a:extLst>
            </p:cNvPr>
            <p:cNvSpPr txBox="1"/>
            <p:nvPr/>
          </p:nvSpPr>
          <p:spPr>
            <a:xfrm>
              <a:off x="7624211" y="1751876"/>
              <a:ext cx="293584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800" dirty="0">
                  <a:solidFill>
                    <a:srgbClr val="000000"/>
                  </a:solidFill>
                  <a:effectLst/>
                  <a:latin typeface="Aptos" panose="020B0004020202020204" pitchFamily="34" charset="0"/>
                </a:rPr>
                <a:t>The sign on the edge reflects the level of agreement between the two nodes. A positive sign indicates that, historically, the two nodes have mostly been in agreement.</a:t>
              </a:r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441E148-6179-28CF-CC09-D0EB2F66DA9F}"/>
                </a:ext>
              </a:extLst>
            </p:cNvPr>
            <p:cNvSpPr/>
            <p:nvPr/>
          </p:nvSpPr>
          <p:spPr>
            <a:xfrm>
              <a:off x="6674938" y="4601735"/>
              <a:ext cx="434898" cy="423747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35A2FD3-729A-1C92-0E26-4A214ED8DB0F}"/>
                </a:ext>
              </a:extLst>
            </p:cNvPr>
            <p:cNvSpPr txBox="1"/>
            <p:nvPr/>
          </p:nvSpPr>
          <p:spPr>
            <a:xfrm>
              <a:off x="7454583" y="4563817"/>
              <a:ext cx="308387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800" dirty="0">
                  <a:solidFill>
                    <a:srgbClr val="000000"/>
                  </a:solidFill>
                  <a:effectLst/>
                  <a:latin typeface="Aptos" panose="020B0004020202020204" pitchFamily="34" charset="0"/>
                </a:rPr>
                <a:t>The sign on the node shows whether the node supports or opposes the current post.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1125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37975-E8BC-FA4B-4142-C2679C1A1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>
            <a:extLst>
              <a:ext uri="{FF2B5EF4-FFF2-40B4-BE49-F238E27FC236}">
                <a16:creationId xmlns:a16="http://schemas.microsoft.com/office/drawing/2014/main" id="{6DD05517-64EF-875F-1824-0029CA0EA4BC}"/>
              </a:ext>
            </a:extLst>
          </p:cNvPr>
          <p:cNvGrpSpPr/>
          <p:nvPr/>
        </p:nvGrpSpPr>
        <p:grpSpPr>
          <a:xfrm>
            <a:off x="823274" y="1074544"/>
            <a:ext cx="10466694" cy="2874780"/>
            <a:chOff x="823274" y="1074544"/>
            <a:chExt cx="10466694" cy="287478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8B97B67-47C2-3C08-78EF-9E0C913BB4C6}"/>
                </a:ext>
              </a:extLst>
            </p:cNvPr>
            <p:cNvSpPr/>
            <p:nvPr/>
          </p:nvSpPr>
          <p:spPr>
            <a:xfrm>
              <a:off x="1962615" y="3284035"/>
              <a:ext cx="356838" cy="340112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11FB292-4948-CB16-EBBE-B09BA0575671}"/>
                </a:ext>
              </a:extLst>
            </p:cNvPr>
            <p:cNvSpPr/>
            <p:nvPr/>
          </p:nvSpPr>
          <p:spPr>
            <a:xfrm>
              <a:off x="2449552" y="3284035"/>
              <a:ext cx="356838" cy="340112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894A6F-1834-0F9C-F0AF-F8D79ED9532C}"/>
                </a:ext>
              </a:extLst>
            </p:cNvPr>
            <p:cNvSpPr/>
            <p:nvPr/>
          </p:nvSpPr>
          <p:spPr>
            <a:xfrm>
              <a:off x="3494049" y="3284035"/>
              <a:ext cx="356838" cy="340112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AAD332-2FD8-75DE-FDCC-0EE9BE8F85F5}"/>
                </a:ext>
              </a:extLst>
            </p:cNvPr>
            <p:cNvSpPr/>
            <p:nvPr/>
          </p:nvSpPr>
          <p:spPr>
            <a:xfrm>
              <a:off x="5073805" y="3284034"/>
              <a:ext cx="356838" cy="340112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8396A14-BD04-5D09-8605-21E1C0B04C5B}"/>
                </a:ext>
              </a:extLst>
            </p:cNvPr>
            <p:cNvSpPr/>
            <p:nvPr/>
          </p:nvSpPr>
          <p:spPr>
            <a:xfrm>
              <a:off x="5776334" y="3284034"/>
              <a:ext cx="356838" cy="340112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B293333-E2CF-6035-101D-54B7726C7EE3}"/>
                </a:ext>
              </a:extLst>
            </p:cNvPr>
            <p:cNvCxnSpPr>
              <a:cxnSpLocks/>
              <a:stCxn id="3" idx="0"/>
              <a:endCxn id="46" idx="2"/>
            </p:cNvCxnSpPr>
            <p:nvPr/>
          </p:nvCxnSpPr>
          <p:spPr>
            <a:xfrm flipV="1">
              <a:off x="2141034" y="1984697"/>
              <a:ext cx="341970" cy="12993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2B3461E-7E1D-DA82-A9A2-2BE7E929E78B}"/>
                </a:ext>
              </a:extLst>
            </p:cNvPr>
            <p:cNvCxnSpPr>
              <a:cxnSpLocks/>
              <a:stCxn id="6" idx="0"/>
              <a:endCxn id="46" idx="2"/>
            </p:cNvCxnSpPr>
            <p:nvPr/>
          </p:nvCxnSpPr>
          <p:spPr>
            <a:xfrm flipH="1" flipV="1">
              <a:off x="2483004" y="1984697"/>
              <a:ext cx="144967" cy="12993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A871AAC-06CB-E301-E643-14458ECAA2AD}"/>
                </a:ext>
              </a:extLst>
            </p:cNvPr>
            <p:cNvCxnSpPr>
              <a:cxnSpLocks/>
              <a:stCxn id="13" idx="0"/>
              <a:endCxn id="46" idx="2"/>
            </p:cNvCxnSpPr>
            <p:nvPr/>
          </p:nvCxnSpPr>
          <p:spPr>
            <a:xfrm flipH="1" flipV="1">
              <a:off x="2483004" y="1984697"/>
              <a:ext cx="2769220" cy="12993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2BF9CF0-1FA1-5B85-74A0-E245E44B3772}"/>
                </a:ext>
              </a:extLst>
            </p:cNvPr>
            <p:cNvCxnSpPr>
              <a:cxnSpLocks/>
            </p:cNvCxnSpPr>
            <p:nvPr/>
          </p:nvCxnSpPr>
          <p:spPr>
            <a:xfrm>
              <a:off x="970156" y="3284034"/>
              <a:ext cx="537488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E31A3C-F9D1-7C6E-81AE-A66125ECFB48}"/>
                </a:ext>
              </a:extLst>
            </p:cNvPr>
            <p:cNvSpPr txBox="1"/>
            <p:nvPr/>
          </p:nvSpPr>
          <p:spPr>
            <a:xfrm>
              <a:off x="823274" y="3269424"/>
              <a:ext cx="3692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D01EFBA-1FB5-A292-5BA7-62AF4750FD04}"/>
                </a:ext>
              </a:extLst>
            </p:cNvPr>
            <p:cNvSpPr txBox="1"/>
            <p:nvPr/>
          </p:nvSpPr>
          <p:spPr>
            <a:xfrm>
              <a:off x="6160409" y="3284034"/>
              <a:ext cx="482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+1</a:t>
              </a:r>
            </a:p>
          </p:txBody>
        </p:sp>
        <p:sp>
          <p:nvSpPr>
            <p:cNvPr id="46" name="Speech Bubble: Rectangle 45">
              <a:extLst>
                <a:ext uri="{FF2B5EF4-FFF2-40B4-BE49-F238E27FC236}">
                  <a16:creationId xmlns:a16="http://schemas.microsoft.com/office/drawing/2014/main" id="{C520EB51-C237-2E98-AC92-D3463A545FB9}"/>
                </a:ext>
              </a:extLst>
            </p:cNvPr>
            <p:cNvSpPr/>
            <p:nvPr/>
          </p:nvSpPr>
          <p:spPr>
            <a:xfrm>
              <a:off x="2168911" y="1605555"/>
              <a:ext cx="628185" cy="379142"/>
            </a:xfrm>
            <a:prstGeom prst="wedgeRectCallou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02F7519-481B-AEE0-219B-673539369817}"/>
                </a:ext>
              </a:extLst>
            </p:cNvPr>
            <p:cNvSpPr txBox="1"/>
            <p:nvPr/>
          </p:nvSpPr>
          <p:spPr>
            <a:xfrm>
              <a:off x="6933561" y="2194998"/>
              <a:ext cx="4356407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800" dirty="0">
                  <a:solidFill>
                    <a:srgbClr val="000000"/>
                  </a:solidFill>
                  <a:effectLst/>
                  <a:latin typeface="Aptos" panose="020B0004020202020204" pitchFamily="34" charset="0"/>
                </a:rPr>
                <a:t>All individuals are positioned in a sequence according to their opinions. The given graph is bipartite, with signed edges indicating an individual's opinion toward a particular post. Given these input, which note should the algorithm pick?</a:t>
              </a:r>
              <a:endParaRPr lang="en-US" dirty="0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62EA33F2-75EB-8B61-6E77-F7043DE36B78}"/>
                </a:ext>
              </a:extLst>
            </p:cNvPr>
            <p:cNvGrpSpPr/>
            <p:nvPr/>
          </p:nvGrpSpPr>
          <p:grpSpPr>
            <a:xfrm>
              <a:off x="7008773" y="1074544"/>
              <a:ext cx="2279494" cy="369332"/>
              <a:chOff x="6786447" y="3127026"/>
              <a:chExt cx="2307719" cy="369332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D103E94-BBAF-15BB-9871-5E2B638BF53B}"/>
                  </a:ext>
                </a:extLst>
              </p:cNvPr>
              <p:cNvSpPr/>
              <p:nvPr/>
            </p:nvSpPr>
            <p:spPr>
              <a:xfrm>
                <a:off x="6786447" y="3127026"/>
                <a:ext cx="356838" cy="340112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E72E984-1B6D-ADBC-0C8E-50FF88385FCC}"/>
                  </a:ext>
                </a:extLst>
              </p:cNvPr>
              <p:cNvSpPr txBox="1"/>
              <p:nvPr/>
            </p:nvSpPr>
            <p:spPr>
              <a:xfrm>
                <a:off x="7287321" y="3127026"/>
                <a:ext cx="18068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individual</a:t>
                </a:r>
              </a:p>
            </p:txBody>
          </p:sp>
        </p:grpSp>
        <p:sp>
          <p:nvSpPr>
            <p:cNvPr id="63" name="Speech Bubble: Rectangle 62">
              <a:extLst>
                <a:ext uri="{FF2B5EF4-FFF2-40B4-BE49-F238E27FC236}">
                  <a16:creationId xmlns:a16="http://schemas.microsoft.com/office/drawing/2014/main" id="{7D6CC4DF-4A75-82F8-9CE9-6646D511AEBC}"/>
                </a:ext>
              </a:extLst>
            </p:cNvPr>
            <p:cNvSpPr/>
            <p:nvPr/>
          </p:nvSpPr>
          <p:spPr>
            <a:xfrm>
              <a:off x="3091356" y="1610911"/>
              <a:ext cx="628185" cy="379142"/>
            </a:xfrm>
            <a:prstGeom prst="wedgeRectCallou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Speech Bubble: Rectangle 63">
              <a:extLst>
                <a:ext uri="{FF2B5EF4-FFF2-40B4-BE49-F238E27FC236}">
                  <a16:creationId xmlns:a16="http://schemas.microsoft.com/office/drawing/2014/main" id="{ECD4BED9-6616-4C72-5CB1-E1BA02D7108B}"/>
                </a:ext>
              </a:extLst>
            </p:cNvPr>
            <p:cNvSpPr/>
            <p:nvPr/>
          </p:nvSpPr>
          <p:spPr>
            <a:xfrm>
              <a:off x="3995854" y="1616049"/>
              <a:ext cx="628185" cy="379142"/>
            </a:xfrm>
            <a:prstGeom prst="wedgeRectCallou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Speech Bubble: Rectangle 64">
              <a:extLst>
                <a:ext uri="{FF2B5EF4-FFF2-40B4-BE49-F238E27FC236}">
                  <a16:creationId xmlns:a16="http://schemas.microsoft.com/office/drawing/2014/main" id="{1261AFF3-6C97-D598-1E6A-CBCEC282639F}"/>
                </a:ext>
              </a:extLst>
            </p:cNvPr>
            <p:cNvSpPr/>
            <p:nvPr/>
          </p:nvSpPr>
          <p:spPr>
            <a:xfrm>
              <a:off x="4900352" y="1598250"/>
              <a:ext cx="628185" cy="379142"/>
            </a:xfrm>
            <a:prstGeom prst="wedgeRectCallou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9EFC4C39-99CB-2C94-6564-CBE8E2092FA4}"/>
                </a:ext>
              </a:extLst>
            </p:cNvPr>
            <p:cNvCxnSpPr>
              <a:stCxn id="3" idx="0"/>
              <a:endCxn id="63" idx="2"/>
            </p:cNvCxnSpPr>
            <p:nvPr/>
          </p:nvCxnSpPr>
          <p:spPr>
            <a:xfrm flipV="1">
              <a:off x="2141034" y="1990053"/>
              <a:ext cx="1264415" cy="12939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396F6684-442C-647B-E62D-2C0051B59BF6}"/>
                </a:ext>
              </a:extLst>
            </p:cNvPr>
            <p:cNvCxnSpPr>
              <a:stCxn id="12" idx="0"/>
              <a:endCxn id="63" idx="2"/>
            </p:cNvCxnSpPr>
            <p:nvPr/>
          </p:nvCxnSpPr>
          <p:spPr>
            <a:xfrm flipH="1" flipV="1">
              <a:off x="3405449" y="1990053"/>
              <a:ext cx="267019" cy="12939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245047A2-08C2-BAC4-DFEE-F0473C9613DB}"/>
                </a:ext>
              </a:extLst>
            </p:cNvPr>
            <p:cNvCxnSpPr>
              <a:stCxn id="14" idx="0"/>
              <a:endCxn id="63" idx="2"/>
            </p:cNvCxnSpPr>
            <p:nvPr/>
          </p:nvCxnSpPr>
          <p:spPr>
            <a:xfrm flipH="1" flipV="1">
              <a:off x="3405449" y="1990053"/>
              <a:ext cx="2549304" cy="12939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C0DADC51-6540-D11A-8A1C-49B68EB8D760}"/>
                </a:ext>
              </a:extLst>
            </p:cNvPr>
            <p:cNvCxnSpPr>
              <a:stCxn id="6" idx="0"/>
              <a:endCxn id="64" idx="2"/>
            </p:cNvCxnSpPr>
            <p:nvPr/>
          </p:nvCxnSpPr>
          <p:spPr>
            <a:xfrm flipV="1">
              <a:off x="2627971" y="1995191"/>
              <a:ext cx="1681976" cy="12888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E17BF25E-FA83-6F5C-D6A7-901EB3F2D9E6}"/>
                </a:ext>
              </a:extLst>
            </p:cNvPr>
            <p:cNvCxnSpPr>
              <a:stCxn id="12" idx="0"/>
              <a:endCxn id="64" idx="2"/>
            </p:cNvCxnSpPr>
            <p:nvPr/>
          </p:nvCxnSpPr>
          <p:spPr>
            <a:xfrm flipV="1">
              <a:off x="3672468" y="1995191"/>
              <a:ext cx="637479" cy="12888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48350BB9-5464-34BC-509F-C1080461007A}"/>
                </a:ext>
              </a:extLst>
            </p:cNvPr>
            <p:cNvCxnSpPr>
              <a:stCxn id="13" idx="0"/>
              <a:endCxn id="65" idx="2"/>
            </p:cNvCxnSpPr>
            <p:nvPr/>
          </p:nvCxnSpPr>
          <p:spPr>
            <a:xfrm flipH="1" flipV="1">
              <a:off x="5214445" y="1977392"/>
              <a:ext cx="37779" cy="130664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70319E90-8C3A-754C-CF10-E417E20F9FD4}"/>
                </a:ext>
              </a:extLst>
            </p:cNvPr>
            <p:cNvCxnSpPr>
              <a:stCxn id="14" idx="0"/>
              <a:endCxn id="65" idx="2"/>
            </p:cNvCxnSpPr>
            <p:nvPr/>
          </p:nvCxnSpPr>
          <p:spPr>
            <a:xfrm flipH="1" flipV="1">
              <a:off x="5214445" y="1977392"/>
              <a:ext cx="740308" cy="130664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1C101918-2FA8-115B-3C18-CBAF2D021F88}"/>
                </a:ext>
              </a:extLst>
            </p:cNvPr>
            <p:cNvCxnSpPr>
              <a:stCxn id="6" idx="0"/>
              <a:endCxn id="65" idx="2"/>
            </p:cNvCxnSpPr>
            <p:nvPr/>
          </p:nvCxnSpPr>
          <p:spPr>
            <a:xfrm flipV="1">
              <a:off x="2627971" y="1977392"/>
              <a:ext cx="2586474" cy="130664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88" name="Speech Bubble: Rectangle 87">
              <a:extLst>
                <a:ext uri="{FF2B5EF4-FFF2-40B4-BE49-F238E27FC236}">
                  <a16:creationId xmlns:a16="http://schemas.microsoft.com/office/drawing/2014/main" id="{762BF4B2-14EA-2963-4C55-40E029FB0986}"/>
                </a:ext>
              </a:extLst>
            </p:cNvPr>
            <p:cNvSpPr/>
            <p:nvPr/>
          </p:nvSpPr>
          <p:spPr>
            <a:xfrm>
              <a:off x="7008774" y="1597373"/>
              <a:ext cx="494747" cy="330910"/>
            </a:xfrm>
            <a:prstGeom prst="wedgeRectCallou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1CD92FA-526D-596C-A75E-D6BFBB0606F2}"/>
                </a:ext>
              </a:extLst>
            </p:cNvPr>
            <p:cNvSpPr txBox="1"/>
            <p:nvPr/>
          </p:nvSpPr>
          <p:spPr>
            <a:xfrm>
              <a:off x="7503521" y="1558951"/>
              <a:ext cx="3266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candidate community note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3338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112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思璟 涂</dc:creator>
  <cp:lastModifiedBy>思璟 涂</cp:lastModifiedBy>
  <cp:revision>5</cp:revision>
  <dcterms:created xsi:type="dcterms:W3CDTF">2025-10-20T11:45:37Z</dcterms:created>
  <dcterms:modified xsi:type="dcterms:W3CDTF">2025-10-20T14:34:25Z</dcterms:modified>
</cp:coreProperties>
</file>